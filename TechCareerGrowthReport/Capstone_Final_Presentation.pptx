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 Career Growth &amp; Recommendation Forecaster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Final Presentation</a:t>
            </a:r>
          </a:p>
          <a:p>
            <a:r>
              <a:t>Jennifer Clark</a:t>
            </a:r>
          </a:p>
          <a:p>
            <a:r>
              <a:t>November 10,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&amp; Goals</a:t>
            </a:r>
          </a:p>
          <a:p>
            <a:r>
              <a:t>Data Sources</a:t>
            </a:r>
          </a:p>
          <a:p>
            <a:r>
              <a:t>Methodology</a:t>
            </a:r>
          </a:p>
          <a:p>
            <a:r>
              <a:t>Feature Engineering</a:t>
            </a:r>
          </a:p>
          <a:p>
            <a:r>
              <a:t>Results: Classification</a:t>
            </a:r>
          </a:p>
          <a:p>
            <a:r>
              <a:t>Results: Regression</a:t>
            </a:r>
          </a:p>
          <a:p>
            <a:r>
              <a:t>Findings</a:t>
            </a:r>
          </a:p>
          <a:p>
            <a:r>
              <a:t>Recommendations</a:t>
            </a:r>
          </a:p>
          <a:p>
            <a:r>
              <a:t>Risks &amp; Limitations</a:t>
            </a:r>
          </a:p>
          <a:p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Forecast tech role growth through 2030–2033</a:t>
            </a:r>
          </a:p>
          <a:p>
            <a:r>
              <a:t>Classify roles as Emerging vs. Not</a:t>
            </a:r>
          </a:p>
          <a:p>
            <a:r>
              <a:t>Surface skills aligned with future growth</a:t>
            </a:r>
          </a:p>
          <a:p>
            <a:r>
              <a:t>Deliver recommendations for upskilling &amp; hiring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BLS Occupational Projections (Table 1.2, 2023→2033)</a:t>
            </a:r>
          </a:p>
          <a:p>
            <a:r>
              <a:t>WEF Future of Jobs 2025 — planned integration</a:t>
            </a:r>
          </a:p>
          <a:p>
            <a:r>
              <a:t>Kaggle Jobs &amp; Skills — planned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Notebook-only, reproducible pipeline; 80/20 train/test (seed=42)</a:t>
            </a:r>
          </a:p>
          <a:p>
            <a:r>
              <a:t>Leakage control: exclude 2033 &amp; targets from features</a:t>
            </a:r>
          </a:p>
          <a:p>
            <a:r>
              <a:t>Imputation: median (numeric), mode (categorical)</a:t>
            </a:r>
          </a:p>
          <a:p>
            <a:r>
              <a:t>Models: Logistic Regression (classification) and Random Forest (regression)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Targets: growth % (2023→2033) and Emerging flag (top quartile)</a:t>
            </a:r>
          </a:p>
          <a:p>
            <a:r>
              <a:t>Features (3): employment_2023, 2024 median wage, occupation type</a:t>
            </a:r>
          </a:p>
          <a:p>
            <a:r>
              <a:t>Categorical → OneHot; Numeric → Scaled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—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0.717 | ROC AUC: 0.636 | PR AUC: 0.369</a:t>
            </a:r>
          </a:p>
          <a:p>
            <a:r>
              <a:t>Precision: 0.167 | Recall: 0.017 | F1: 0.031</a:t>
            </a:r>
          </a:p>
          <a:p>
            <a:r>
              <a:t>LogLoss: 0.564 | Confusion: [[159, 5], [58, 1]]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—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R²: 0.062</a:t>
            </a:r>
          </a:p>
          <a:p>
            <a:r>
              <a:t>RMSE: 6.836 percentage points</a:t>
            </a:r>
          </a:p>
          <a:p>
            <a:r>
              <a:t>MAE: 4.915 percentage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BLS-only features yield conservative baselines</a:t>
            </a:r>
          </a:p>
          <a:p>
            <a:r>
              <a:t>Classification: accuracy reasonable; recall limited due to rare positives</a:t>
            </a:r>
          </a:p>
          <a:p>
            <a:r>
              <a:t>Regression: low R²; more feature signal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(Top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Augment with skills &amp; demand signals (WEF + Kaggle)</a:t>
            </a:r>
          </a:p>
          <a:p>
            <a:r>
              <a:t>Rebalance &amp; tune classifier (class_weight, thresholding, tree models)</a:t>
            </a:r>
          </a:p>
          <a:p>
            <a:r>
              <a:t>Deliver a careers dashboard (growth roles, skill gaps, learning paths)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Label = top quartile → class imbalance</a:t>
            </a:r>
          </a:p>
          <a:p>
            <a:r>
              <a:t>U.S.-centric BLS may not generalize globally</a:t>
            </a:r>
          </a:p>
          <a:p>
            <a:r>
              <a:t>Data drift: skills demand shifts quickly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skills/demand features + trend deltas</a:t>
            </a:r>
          </a:p>
          <a:p>
            <a:r>
              <a:t>Try calibrated tree-based classifiers and threshold tuning</a:t>
            </a:r>
          </a:p>
          <a:p>
            <a:r>
              <a:t>Add explainability (permutation importance / SHAP)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Deliverables: notebook + outputs/ (metrics, splits, features)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